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知识库各模块页数分布（共 25 页）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页数</c:v>
                </c:pt>
              </c:strCache>
            </c:strRef>
          </c:tx>
          <c:spPr>
            <a:solidFill>
              <a:srgbClr val="2E6FB7"/>
            </a:solidFill>
          </c:spPr>
          <c:cat>
            <c:strRef>
              <c:f>Sheet1!$A$2:$A$8</c:f>
              <c:strCache>
                <c:ptCount val="7"/>
                <c:pt idx="0">
                  <c:v>AI概念</c:v>
                </c:pt>
                <c:pt idx="1">
                  <c:v>AI工具</c:v>
                </c:pt>
                <c:pt idx="2">
                  <c:v>工具对比</c:v>
                </c:pt>
                <c:pt idx="3">
                  <c:v>日报实践</c:v>
                </c:pt>
                <c:pt idx="4">
                  <c:v>WB实践</c:v>
                </c:pt>
                <c:pt idx="5">
                  <c:v>资料</c:v>
                </c:pt>
                <c:pt idx="6">
                  <c:v>索引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5</c:v>
                </c:pt>
                <c:pt idx="2">
                  <c:v>1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F3A5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1280160"/>
            <a:ext cx="1371600" cy="1371600"/>
          </a:xfrm>
          <a:prstGeom prst="ellipse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7"/>
                </a:solidFill>
                <a:latin typeface="Microsoft YaHei"/>
              </a:rPr>
              <a:t>PROJECT REVIEW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F3A5F"/>
                </a:solidFill>
                <a:latin typeface="Microsoft YaHei"/>
              </a:rPr>
              <a:t>第一周项目汇报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79476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5A6472"/>
                </a:solidFill>
                <a:latin typeface="Microsoft YaHei"/>
              </a:rPr>
              <a:t>AI 工具上手与 WorkBuddy 自动化实践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8" y="4572000"/>
            <a:ext cx="2926080" cy="54864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55778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汇报对象：管理层    </a:t>
            </a:r>
            <a:r>
              <a:rPr sz="1300" b="0">
                <a:solidFill>
                  <a:srgbClr val="232A33"/>
                </a:solidFill>
                <a:latin typeface="Microsoft YaHei"/>
              </a:rPr>
              <a:t>|    汇报周期：2026/07/28 – 07/30    </a:t>
            </a:r>
            <a:r>
              <a:rPr sz="1300" b="0">
                <a:solidFill>
                  <a:srgbClr val="232A33"/>
                </a:solidFill>
                <a:latin typeface="Microsoft YaHei"/>
              </a:rPr>
              <a:t>|    汇报日期：2026/07/31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81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6FB7"/>
                </a:solidFill>
                <a:latin typeface="Microsoft YaHei"/>
              </a:rPr>
              <a:t>一周内完成 AI 工具体系从 0 到 1 搭建，跑通自动化复盘闭环，验证可复制的提效路径。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3317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E6FB7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16352"/>
            <a:ext cx="2331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知识库成型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9184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累计 25 页结构化笔记，覆盖 10 大 AI 概念与 5 类工具。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152" y="23317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2A93B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2816352"/>
            <a:ext cx="2331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自动化跑通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329184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WorkBuddy 工作流每月自动生成知识库可视化报告，复盘自动化。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14884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23317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E6FB7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2816352"/>
            <a:ext cx="2331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工具实操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329184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完成 Claude Code / Codex 实测与对比，产出可运行 Demo。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40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214884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23317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2A93B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2816352"/>
            <a:ext cx="2331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方法论沉淀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29184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引入 Karpathy LLM Wiki 知识管理法，具备团队推广基础。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11091672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64608"/>
            <a:ext cx="27706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94960"/>
            <a:ext cx="2770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累计笔记页数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9272" y="4983480"/>
            <a:ext cx="13716" cy="502920"/>
          </a:xfrm>
          <a:prstGeom prst="rect">
            <a:avLst/>
          </a:prstGeom>
          <a:solidFill>
            <a:srgbClr val="3A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19272" y="4864608"/>
            <a:ext cx="27706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9272" y="5394960"/>
            <a:ext cx="2770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集中实践天数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9904" y="4983480"/>
            <a:ext cx="13716" cy="502920"/>
          </a:xfrm>
          <a:prstGeom prst="rect">
            <a:avLst/>
          </a:prstGeom>
          <a:solidFill>
            <a:srgbClr val="3A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3" y="4864608"/>
            <a:ext cx="27706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9903" y="5394960"/>
            <a:ext cx="2770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自动化工作流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0536" y="4983480"/>
            <a:ext cx="13716" cy="502920"/>
          </a:xfrm>
          <a:prstGeom prst="rect">
            <a:avLst/>
          </a:prstGeom>
          <a:solidFill>
            <a:srgbClr val="3A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0536" y="4864608"/>
            <a:ext cx="27706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0536" y="5394960"/>
            <a:ext cx="2770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可复用方法论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汇报框架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1097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E6FB7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837944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2402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为什么做、做到什么程度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70632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70632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70632"/>
            <a:ext cx="1097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916936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周进展与成果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92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三天时间线与三大核心产出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49624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49624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849624"/>
            <a:ext cx="1097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E6FB7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99592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经验与方法论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398264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LLM Wiki 知识管理法 + 问题解决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28616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928616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28616"/>
            <a:ext cx="1097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7492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下一步与所需支持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47725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推广计划、风险与资源请求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项目背景与目标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BACKGROUND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背景：</a:t>
            </a:r>
            <a:r>
              <a:rPr sz="1400" b="0">
                <a:solidFill>
                  <a:srgbClr val="232A33"/>
                </a:solidFill>
                <a:latin typeface="Microsoft YaHei"/>
              </a:rPr>
              <a:t>AI 工具与编码智能体（Agent）迭代迅速，团队亟需快速建立系统认知与实操能力，把"会用"升级为"能沉淀、可复制"。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范围：</a:t>
            </a:r>
            <a:r>
              <a:rPr sz="1400" b="0">
                <a:solidFill>
                  <a:srgbClr val="232A33"/>
                </a:solidFill>
                <a:latin typeface="Microsoft YaHei"/>
              </a:rPr>
              <a:t>单人一周集中实践（7/28–7/30），以 Obsidian 知识库 + WorkBuddy 为主要载体。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本周三大目标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657600"/>
            <a:ext cx="3291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32918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3977639"/>
            <a:ext cx="502920" cy="50292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7763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977639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建立结构化 AI 知识库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A33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709160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按概念 / 工具 / 对比分类沉淀，形成可检索的体系。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3657600"/>
            <a:ext cx="3291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3657600"/>
            <a:ext cx="32918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89120" y="3977639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97763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977639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掌握 WorkBuddy 并跑通自动化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A33"/>
                </a:solidFill>
                <a:latin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09160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理解核心模块，落地一个端到端自动化工作流。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57600"/>
            <a:ext cx="3291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3657600"/>
            <a:ext cx="32918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01000" y="3977639"/>
            <a:ext cx="502920" cy="50292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397763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977639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沉淀可复用方法论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A33"/>
                </a:solidFill>
                <a:latin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09160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形成可向团队复制的知识管理范式。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周进展时间线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WEEKLY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10332720" cy="36576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38527" y="3081528"/>
            <a:ext cx="365760" cy="36576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6FB7"/>
                </a:solidFill>
                <a:latin typeface="Microsoft YaHei"/>
              </a:rPr>
              <a:t>Day 1  07/28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39" y="3657600"/>
            <a:ext cx="3108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39" y="3657600"/>
            <a:ext cx="310896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8404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AI 基础概念 + 知识库搭建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434340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学习 LLM / Token / 上下文 / 幻觉；用 Git + Obsidian 建立 AI 概念目录结构。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53492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2A93B"/>
                </a:solidFill>
                <a:latin typeface="Microsoft YaHei"/>
              </a:rPr>
              <a:t>⚠ Git 代理配置报错 → 已解决</a:t>
            </a:r>
          </a:p>
        </p:txBody>
      </p:sp>
      <p:sp>
        <p:nvSpPr>
          <p:cNvPr id="14" name="Oval 13"/>
          <p:cNvSpPr/>
          <p:nvPr/>
        </p:nvSpPr>
        <p:spPr>
          <a:xfrm>
            <a:off x="5961888" y="3081528"/>
            <a:ext cx="365760" cy="36576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51460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A93B"/>
                </a:solidFill>
                <a:latin typeface="Microsoft YaHei"/>
              </a:rPr>
              <a:t>Day 2  07/29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3108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3657600"/>
            <a:ext cx="310896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8404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WorkBuddy 入门 + 工具实操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34340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熟悉 WorkBuddy 六大模块，绘制功能脑图；与 Claude 协作实现小恐龙跑酷游戏。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53492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2A93B"/>
                </a:solidFill>
                <a:latin typeface="Microsoft YaHei"/>
              </a:rPr>
              <a:t>⚠ Claude Code 下载失败 → 关闭旧进程解决</a:t>
            </a:r>
          </a:p>
        </p:txBody>
      </p:sp>
      <p:sp>
        <p:nvSpPr>
          <p:cNvPr id="21" name="Oval 20"/>
          <p:cNvSpPr/>
          <p:nvPr/>
        </p:nvSpPr>
        <p:spPr>
          <a:xfrm>
            <a:off x="9985248" y="3081528"/>
            <a:ext cx="365760" cy="36576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251460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6FB7"/>
                </a:solidFill>
                <a:latin typeface="Microsoft YaHei"/>
              </a:rPr>
              <a:t>Day 3  07/30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657600"/>
            <a:ext cx="3108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95360" y="3657600"/>
            <a:ext cx="310896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38404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工作流自动化 + 方法论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434340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搭建 WorkBuddy 自动化工作流，每月生成知识库 HTML 可视化报告；引入 LLM Wiki 方法论。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53492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2A93B"/>
                </a:solidFill>
                <a:latin typeface="Microsoft YaHei"/>
              </a:rPr>
              <a:t>⚠ Agent 与 Workflow 边界模糊 → 已厘清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成果一：AI 知识库体系成型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DELIVERABLE 1 · KNOWLEDGE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73736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1737360"/>
            <a:ext cx="4325112" cy="4206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737360"/>
            <a:ext cx="109728" cy="42062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9202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结构要点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514600"/>
            <a:ext cx="39319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六大分类清晰：概念 / 工具 / 对比 / 日报 / 实践 / 资料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概念页 10 篇，构成知识体系主干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核心枢纽：RAG（6 入链）、LLM（5 入链）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索引页随每次更新自动维护，导航零成本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全库为 Git 管理的 Markdown，天然带版本历史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成果二：WorkBuddy 自动化工作流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DELIVERABLE 2 ·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46888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871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步骤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529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原始 MD 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1012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Obsidian 知识库
全部 .md 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286000"/>
            <a:ext cx="41148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2286000"/>
            <a:ext cx="246888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79" y="24871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步骤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79" y="28529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扫描与统计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331012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目录文件数 / 总字数
Wiki 链接 / 标签分布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2286000"/>
            <a:ext cx="41148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2286000"/>
            <a:ext cx="246888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4871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步骤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8529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HTML 可视化报告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31012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图谱概览 / 笔记热度
双链统计等关键指标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286000"/>
            <a:ext cx="41148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41080" y="2286000"/>
            <a:ext cx="246888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0" y="24871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步骤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8529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每月 1 号自动生成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331012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定时调度
零人工复盘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11091672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57200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2A93B"/>
                </a:solidFill>
                <a:latin typeface="Microsoft YaHei"/>
              </a:rPr>
              <a:t>业务价值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• 知识复盘从手动整理升级为自动化流水线，显著降低成本；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• 积累"图谱 + 热度 + 双链"量化指标，为数据驱动的知识管理打底。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成果三：AI 工具实操与对比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DELIVERABLE 3 ·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394960" cy="4251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25196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编码智能体实测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Claude Code：安装与工程化协作实测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Codex（OpenAI CLI Agent）概览与对比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完成 AI 助手横向对比：Claude / ChatGPT / Gemini / DeepSeek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产出可运行 Demo：小恐龙跑酷游戏（三档速度）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验证"人提需求 + Agent 协作开发"的可用性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513832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5513832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各助手定位不同：Claude 工程协作强，Gemini 长上下文，DeepSeek 性价比高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编码 Agent 适合"脚手架 + 迭代"，关键在需求拆解与验收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WorkBuddy 优势在"多模块 + 连接器 + 工作流"一体化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选择建议：按任务类型组合使用，而非单一依赖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关键数据看板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KEY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E6FB7"/>
                </a:solidFill>
                <a:latin typeface="Microsoft YaHe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0720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累计笔记页数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0954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结构化沉淀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69164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69164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965960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2A93B"/>
                </a:solidFill>
                <a:latin typeface="Microsoft Ya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80720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AI 概念覆盖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20954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体系主干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69164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65960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E6FB7"/>
                </a:solidFill>
                <a:latin typeface="Microsoft YaHei"/>
              </a:rPr>
              <a:t>5+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80720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工具实操类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320954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含编码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69164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69164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1965960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2A93B"/>
                </a:solidFill>
                <a:latin typeface="Microsoft Ya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280720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自动化工作流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0954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月级调度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0332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0332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977639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E6FB7"/>
                </a:solidFill>
                <a:latin typeface="Microsoft Ya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81888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核心枢纽入链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22122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RAG 页面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370332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37560" y="370332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7560" y="3977639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2A93B"/>
                </a:solidFill>
                <a:latin typeface="Microsoft YaHe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47288" y="481888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实践日报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522122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每日复盘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370332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370332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3977639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E6FB7"/>
                </a:solidFill>
                <a:latin typeface="Microsoft YaHe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81888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问题解决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522122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全部闭环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15400" y="3703320"/>
            <a:ext cx="26060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15400" y="370332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3977639"/>
            <a:ext cx="2606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2A93B"/>
                </a:solidFill>
                <a:latin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25128" y="4818888"/>
            <a:ext cx="23865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沉淀方法论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5128" y="5221224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LLM Wiki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方法论沉淀：LLM Wiki 知识管理法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20040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RAW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原始素材层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83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文章 / 论文 / 数据，只读不可改，作为事实源。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0752" y="1783080"/>
            <a:ext cx="41148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3200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783080"/>
            <a:ext cx="320040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6596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93B"/>
                </a:solidFill>
                <a:latin typeface="Microsoft YaHei"/>
              </a:rPr>
              <a:t>THE WIKI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2860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知识库层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283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LLM 生成的 Markdown 体系：摘要 / 概念 / 对比 / 索引。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783080"/>
            <a:ext cx="41148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783080"/>
            <a:ext cx="3200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783080"/>
            <a:ext cx="320040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196596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THE SCHEMA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2860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规范层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788920"/>
            <a:ext cx="283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约定结构、命名与工作流（如 AGENTS.md），让 LLM 成为守纪律的维护者。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343400"/>
            <a:ext cx="109728" cy="14630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262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核心理念：知识可"复利"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98348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传统 RAG 每次提问都从头检索、无积累；LLM Wiki 由 LLM 增量构建并持续维护持久知识库——交叉引用已就位、矛盾已标注、综合已成型，越用越厚。适用于个人、研究、团队内部 wiki 与竞品分析。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问题与解决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ISSUES &amp;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01368"/>
            <a:ext cx="6675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Git 配置多次报错，Obsidian 无法实时上传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801368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排查代理配置，修正后上传链路恢复。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70632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70632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6675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Claude Code 下载失败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880360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原因为旧进程未关闭，结束进程后下载成功。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9624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9624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959352"/>
            <a:ext cx="6675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Agent 与 Workflow 边界模糊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59352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查阅官方文档 + 实际调试，明确 Workflow 为执行载体、Agent 为其中智能组件，据此重构。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28616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928616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38344"/>
            <a:ext cx="6675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知识库结构初期零散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038344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引入索引页与双链规范，按概念轴心组织语义网络。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价值与影响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VALUE &amp;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39496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39496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Microsoft YaHei"/>
              </a:rPr>
              <a:t>对个人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建立 AI 与编码 Agent 的系统认知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掌握 WorkBuddy 核心模块与自动化能力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形成可检索、可演进的个人知识资产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复盘效率从"手动整理"转向"自动生成"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513832" cy="4251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5513832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2024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Microsoft YaHei"/>
              </a:rPr>
              <a:t>对团队（建议推广）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6888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可直接复用的知识库搭建模板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自动化复盘工作流可迁移到团队 wiki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LLM Wiki 方法论支撑持续知识沉淀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降低新人上手 AI 工具的学习曲线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440680"/>
            <a:ext cx="5513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* 量化收益待团队试点后测算（方向性预估）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下一步计划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200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50292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短期 · 本周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知识库结构化升级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7432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概念驱动 + 双链强化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消除知识断点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补全场景与案例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3200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37360"/>
            <a:ext cx="3200400" cy="50292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7373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中期 · 1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231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团队试点自动化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63240"/>
            <a:ext cx="27432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选 1 个团队知识库场景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跑通月度可视化报告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收集反馈迭代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737360"/>
            <a:ext cx="3200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737360"/>
            <a:ext cx="3200400" cy="50292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7373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长期 · 季度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4231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沉淀使用规范 SOP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63240"/>
            <a:ext cx="27432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形成 AI 工具使用规范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建立复盘与评审机制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规模化复制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风险与所需支持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RISKS &amp;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39496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251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YaHei"/>
              </a:rPr>
              <a:t>主要风险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当前为单人实践，尚未规模化验证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数据以基础沉淀为主，ROI 待量化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自动化工作流依赖特定环境与连接器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方法论推广需配套使用习惯培养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513832" cy="4251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109728" cy="425196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74519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所需支持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23160"/>
            <a:ext cx="5029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1 个团队知识库场景的试点授权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试点所需的连接器和环境资源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方法论评审与推广节奏确认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• 月度复盘报告的受众与反馈机制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27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A93B"/>
                </a:solidFill>
                <a:latin typeface="Microsoft YaHei"/>
              </a:rPr>
              <a:t>总结 ·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一周搭建起"AI 知识库 + 自动化复盘"的最小可行闭环，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已具备向团队复制推广的条件。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54864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9D6E5"/>
                </a:solidFill>
                <a:latin typeface="Microsoft YaHei"/>
              </a:rPr>
              <a:t>建议：批准一个团队场景试点，验证规模化价值。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-1097280"/>
            <a:ext cx="3108960" cy="3108960"/>
          </a:xfrm>
          <a:prstGeom prst="ellipse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4754880"/>
            <a:ext cx="2743200" cy="2743200"/>
          </a:xfrm>
          <a:prstGeom prst="ellipse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F3A5F"/>
                </a:solidFill>
                <a:latin typeface="Microsoft YaHei"/>
              </a:rPr>
              <a:t>谢谢观看 · 欢迎讨论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4247" y="3520440"/>
            <a:ext cx="2743200" cy="54864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472"/>
                </a:solidFill>
                <a:latin typeface="Microsoft YaHei"/>
              </a:rPr>
              <a:t>第一周项目汇报  ·  AI 工具上手与 WorkBuddy 自动化实践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472"/>
                </a:solidFill>
                <a:latin typeface="Microsoft YaHei"/>
              </a:rPr>
              <a:t>汇报日期：2026/07/31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